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HitPredict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Predicting Billboard Hits Using Spotify Audio Features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8"/>
                </a:solidFill>
              </a:rPr>
              <a:t>UE24CS352A — Machine Learning Mini-Project  |  Problem 21  |  Shahid, Vilas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F2937"/>
                </a:solidFill>
              </a:rPr>
              <a:t>Can a song's measurable properties predict whether it becomes a Billboard hit?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Input: Spotify audio features (danceability, energy, valence, tempo, etc.) + artist chart history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Output: hit / non-hit label, with a probability score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Based on: Stanford CS229 2018 report, "HitPredict: Predicting Billboard Hits Using Spotify Data"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Dataset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F2937"/>
                </a:solidFill>
              </a:rPr>
              <a:t>Spotify Tracks Dataset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~114K tracks, 13 audio features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F2937"/>
                </a:solidFill>
              </a:rPr>
              <a:t>Billboard Hot 100 Dataset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All chart entries, 1958-2021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Merge: matched on cleaned title + primary artist name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Label: 1 if charted on Billboard 1990-2018, else 0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True hit rate in matched data: 2.08% (highly imbalanced)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190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1. Baseline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7190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5 classifiers (LogReg, SVM, Random Forest, Gradient Boosting, MLP) on 13 audio features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7249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2. Artist feature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7249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Added artist_hits: count of artist's other Billboard hits (no label leakage)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7307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3. Tuning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7307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RandomizedSearchCV, 5-fold CV, ROC-AUC scoring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365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4. Realistic test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47365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Re-evaluated on full 2.08%-hit-rate data with class weights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Results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201168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 / Setting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RF, audio only (balanced)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0.798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0.822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RF, +artist_hits, tuned (balanced)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0.939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0.958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RF, +artist_hits (realistic, 2.08% hits)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0.948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0.262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31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Adding artist_hits raised ROC-AUC from 0.822 → 0.958. On realistic data: catches 84% of hits, ~13x better than the 2.08% base rate.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Demo: "Shape of You"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155448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Audio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+ artist_hits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Ed Sheeran (original)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49% - Not a hit (wrong)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90% - Hit (correct)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Rock cover (Our Last Night)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62% - Hit (wrong)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22% - Not a hit (correct)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not a hit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Audio alone can't tell a hit from a sound-alike cover. Artist history fixes both misclassifications.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Conclusions &amp; Limitations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Who performs a song predicts its success far better than how it sounds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artist_hits was the single strongest feature (57% of RF importance)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Limitation: non-hits sampled across all eras/genres vs. hits restricted to 1990-2018 mainstream chart songs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Limitation: artist_hits uses same-window chart history, not strict pre-release ordering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Future work: true release-date ordering, lyrics/sentiment, streaming/playlist data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2026-10-05T08:40:48Z</dcterms:created>
  <dcterms:modified xsi:type="dcterms:W3CDTF">2026-10-05T08:40:48Z</dcterms:modified>
</cp:coreProperties>
</file>